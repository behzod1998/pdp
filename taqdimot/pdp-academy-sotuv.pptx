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7"/>
    <p:sldId id="258" r:id="rId4"/>
    <p:sldId id="259" r:id="rId5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Salomlashing va 10 soniyada asosiy xabarni ayting: IT kasbini noldan o‘rganish mumkin.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afzallikni bitta misol bilan tushuntiring. «Eng zo‘r», «100% ish» kabi va’dalar bermang.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Narx, muddat va sana — namuna ma’lumot. Taqdimotdan oldin haqiqiy qiymatlar bilan almashtiring.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2017-yildan beri ishlashimizni va PDP ekotizimi Academy’dan boshlanganini ayting.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Bitta harakatga chaqiring: bepul sinov darsiga yozilish.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Muqova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508041"/>
            <a:ext cx="1524030" cy="4471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970" y="6407109"/>
            <a:ext cx="406395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Taklif — tasdiqlanmagan · v0.1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08041" y="2413010"/>
            <a:ext cx="9398020" cy="209553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Taqdimot sarlavhasi</a:t>
            </a: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08041" y="4673590"/>
            <a:ext cx="9398020" cy="69851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Kichik sarlavha</a:t>
            </a:r>
            <a:endParaRPr lang="en-US" sz="2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8041" y="6032480"/>
            <a:ext cx="6349959" cy="279441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A6A6A6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Ism Familiya · Lavozim · sana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Bo‘lim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366041" y="1270010"/>
            <a:ext cx="4317980" cy="43179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41" y="6407109"/>
            <a:ext cx="444499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Taklif — tasdiqlanmagan · v0.1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08041" y="1587490"/>
            <a:ext cx="5080041" cy="127001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dirty="0">
                <a:solidFill>
                  <a:srgbClr val="00B533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0" dirty="0">
                <a:solidFill>
                  <a:srgbClr val="00B533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08041" y="3111520"/>
            <a:ext cx="6349959" cy="190497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Bo‘lim nomi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Mat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349959"/>
            <a:ext cx="1038758" cy="3047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2020" y="6407109"/>
            <a:ext cx="39370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Taklif — tasdiqlanmagan · v0.1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08041" y="508041"/>
            <a:ext cx="11175980" cy="95253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2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Slayd sarlavhasi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08041" y="1777959"/>
            <a:ext cx="8889980" cy="43179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20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Matn yoki ro‘yxat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5980" y="6400800"/>
            <a:ext cx="508041" cy="203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5C5C5C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Ikki ustu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6349959"/>
            <a:ext cx="1038758" cy="3047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2020" y="6407109"/>
            <a:ext cx="39370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Taklif — tasdiqlanmagan · v0.1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08041" y="508041"/>
            <a:ext cx="11175980" cy="95253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2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Slayd sarlavhasi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08041" y="1777959"/>
            <a:ext cx="5283220" cy="406359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02791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rgbClr val="02791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Birinchi ustun</a:t>
            </a:r>
            <a:endParaRPr lang="en-US" sz="2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8041" y="2387590"/>
            <a:ext cx="5283220" cy="3708441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Matn</a:t>
            </a:r>
            <a:endParaRPr lang="en-US" sz="1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6400800" y="1777959"/>
            <a:ext cx="5283220" cy="406359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02791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rgbClr val="02791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Ikkinchi ustun</a:t>
            </a:r>
            <a:endParaRPr lang="en-US" sz="22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6400800" y="2387590"/>
            <a:ext cx="5283220" cy="3708441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5980" y="6400800"/>
            <a:ext cx="508041" cy="203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5C5C5C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Rasm va mat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30" y="6349959"/>
            <a:ext cx="1038758" cy="3047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2020" y="6407109"/>
            <a:ext cx="39370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Taklif — tasdiqlanmagan · v0.1</a:t>
            </a:r>
            <a:endParaRPr lang="en-US" sz="900" dirty="0"/>
          </a:p>
        </p:txBody>
      </p:sp>
      <p:sp>
        <p:nvSpPr>
          <p:cNvPr id="4" name="Text 1"/>
          <p:cNvSpPr/>
          <p:nvPr>
            <p:ph type="pic" idx="102" hasCustomPrompt="1"/>
          </p:nvPr>
        </p:nvSpPr>
        <p:spPr>
          <a:xfrm>
            <a:off x="0" y="0"/>
            <a:ext cx="558799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Surat</a:t>
            </a:r>
            <a:endParaRPr lang="en-US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096030" y="508041"/>
            <a:ext cx="5587990" cy="146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2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Slayd sarlavhasi</a:t>
            </a:r>
            <a:endParaRPr lang="en-US" sz="3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096030" y="2222541"/>
            <a:ext cx="5587990" cy="387349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5980" y="6400800"/>
            <a:ext cx="508041" cy="203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5C5C5C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Katta raq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9980" y="1270010"/>
            <a:ext cx="2794041" cy="27940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2020" y="6407109"/>
            <a:ext cx="39370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Taklif — tasdiqlanmagan · v0.1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08041" y="952530"/>
            <a:ext cx="8255020" cy="298451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00</a:t>
            </a:r>
            <a:endParaRPr lang="en-US" sz="16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08041" y="4190970"/>
            <a:ext cx="8255020" cy="127001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24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Raqam nimani anglatadi</a:t>
            </a: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8041" y="5715000"/>
            <a:ext cx="7619970" cy="2540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5C5C5C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Manba: hujjat, sana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5980" y="6400800"/>
            <a:ext cx="508041" cy="203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5C5C5C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Iqtibos">
    <p:bg>
      <p:bgPr>
        <a:solidFill>
          <a:srgbClr val="00B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9910" y="381030"/>
            <a:ext cx="12700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«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7112020" y="6407109"/>
            <a:ext cx="3937041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Taklif — tasdiqlanmagan · v0.1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08041" y="1904970"/>
            <a:ext cx="10159990" cy="2794041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2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Iqtibos matni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08041" y="5016490"/>
            <a:ext cx="7619970" cy="33019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Ism Familiya</a:t>
            </a:r>
            <a:endParaRPr lang="en-US" sz="17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08041" y="5384810"/>
            <a:ext cx="7619970" cy="279441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Lavozim yoki manba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5980" y="6400800"/>
            <a:ext cx="508041" cy="203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141414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Yakun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41" y="508041"/>
            <a:ext cx="1219170" cy="3577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970" y="6407109"/>
            <a:ext cx="4063959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Taklif — tasdiqlanmagan · v0.1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08041" y="2286000"/>
            <a:ext cx="9525030" cy="158749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Rahmat!</a:t>
            </a: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08041" y="4127510"/>
            <a:ext cx="6985010" cy="1651041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1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Aloqa ma’lumotlari</a:t>
            </a:r>
            <a:endParaRPr lang="en-US" sz="1700" dirty="0"/>
          </a:p>
        </p:txBody>
      </p:sp>
      <p:sp>
        <p:nvSpPr>
          <p:cNvPr id="6" name="Text 1"/>
          <p:cNvSpPr/>
          <p:nvPr/>
        </p:nvSpPr>
        <p:spPr>
          <a:xfrm>
            <a:off x="508041" y="6407109"/>
            <a:ext cx="444499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PDP EcoSystem loyihasi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5980" y="6400800"/>
            <a:ext cx="508041" cy="203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5C5C5C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8041" y="2413010"/>
            <a:ext cx="9398020" cy="209553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IT kasbini noldan o‘rganing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8041" y="4673590"/>
            <a:ext cx="939802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loyiha va portfolio orqali ishga tayyorlaymiz</a:t>
            </a:r>
            <a:endParaRPr lang="en-US" sz="2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08041" y="6032480"/>
            <a:ext cx="6349959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Dilnoza Karimova · Sotuv menejeri · 07.10.2026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8041" y="508041"/>
            <a:ext cx="1117598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Har bir kurs real loyiha bilan tugaydi</a:t>
            </a:r>
            <a:endParaRPr lang="en-US" sz="3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8041" y="1777959"/>
            <a:ext cx="8889980" cy="4317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9400" indent="-279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Mentorlar — EPAM, Itransition kabi kompaniyalardagi dasturchilar</a:t>
            </a:r>
            <a:endParaRPr lang="en-US" sz="2000" dirty="0"/>
          </a:p>
          <a:p>
            <a:pPr algn="l" marL="279400" indent="-279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Karyera markazi: intervyu, CV, portfolio va vakansiya</a:t>
            </a:r>
            <a:endParaRPr lang="en-US" sz="2000" dirty="0"/>
          </a:p>
          <a:p>
            <a:pPr algn="l" marL="279400" indent="-279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Kurs oxiriga saralangan o‘quvchilar yetib boradi</a:t>
            </a:r>
            <a:endParaRPr lang="en-US" sz="2000" dirty="0"/>
          </a:p>
          <a:p>
            <a:pPr algn="l" marL="279400" indent="-279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Keyin PDP University’da o‘qishni davom ettirish mumkin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5980" y="6400800"/>
            <a:ext cx="508041" cy="203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5C5C5C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8041" y="508041"/>
            <a:ext cx="1117598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Qabul oddiy: uch qadam va aniq narx</a:t>
            </a:r>
            <a:endParaRPr lang="en-US" sz="3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8041" y="1777959"/>
            <a:ext cx="528322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2791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Qabul tartibi</a:t>
            </a:r>
            <a:endParaRPr lang="en-US" sz="22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08041" y="2387590"/>
            <a:ext cx="5283220" cy="370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9400" indent="-279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Ro‘yxatdan o‘ting: 78 777 47 47</a:t>
            </a:r>
            <a:endParaRPr lang="en-US" sz="1800" dirty="0"/>
          </a:p>
          <a:p>
            <a:pPr algn="l" marL="279400" indent="-279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Bepul sinov darsi</a:t>
            </a:r>
            <a:endParaRPr lang="en-US" sz="1800" dirty="0"/>
          </a:p>
          <a:p>
            <a:pPr algn="l" marL="279400" indent="-279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oy mentor bilan o‘qish</a:t>
            </a:r>
            <a:endParaRPr lang="en-US" sz="1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6400800" y="1777959"/>
            <a:ext cx="528322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2791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Kurs haqida (namuna)</a:t>
            </a:r>
            <a:endParaRPr lang="en-US" sz="22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6400800" y="2387590"/>
            <a:ext cx="5283220" cy="370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9400" indent="-279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Frontend, Backend, kiberxavfsizlik</a:t>
            </a:r>
            <a:endParaRPr lang="en-US" sz="1800" dirty="0"/>
          </a:p>
          <a:p>
            <a:pPr algn="l" marL="279400" indent="-279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1 200 000 so‘m / oy</a:t>
            </a:r>
            <a:endParaRPr lang="en-US" sz="1800" dirty="0"/>
          </a:p>
          <a:p>
            <a:pPr algn="l" marL="279400" indent="-279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Yangi guruhlar 5-noyabrdan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5980" y="6400800"/>
            <a:ext cx="508041" cy="203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5C5C5C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08041" y="952530"/>
            <a:ext cx="8255020" cy="29845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0" dirty="0">
                <a:solidFill>
                  <a:srgbClr val="14141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2017</a:t>
            </a:r>
            <a:endParaRPr lang="en-US" sz="1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8041" y="4190970"/>
            <a:ext cx="825502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414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yildan beri ishlaymiz. PDP ekotizimi shu akademiyadan boshlangan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08041" y="5715000"/>
            <a:ext cx="7619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Manba: PDP Academy brendbuki, design.pdp.uz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5980" y="6400800"/>
            <a:ext cx="508041" cy="203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5C5C5C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8041" y="2286000"/>
            <a:ext cx="9525030" cy="158749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Dasturlashni qulay muhitda o‘rganing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8041" y="4127510"/>
            <a:ext cx="698501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www.pdp.uz</a:t>
            </a:r>
            <a:endParaRPr lang="en-US" sz="1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+998 78 777 47 47</a:t>
            </a:r>
            <a:endParaRPr lang="en-US" sz="1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t.me/pdpuz</a:t>
            </a:r>
            <a:endParaRPr lang="en-US" sz="1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Toshkent, Beruniy ko‘chasi 3A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DP Academy">
  <a:themeElements>
    <a:clrScheme name="PDP Academy">
      <a:dk1>
        <a:srgbClr val="141414"/>
      </a:dk1>
      <a:lt1>
        <a:srgbClr val="FFFFFF"/>
      </a:lt1>
      <a:dk2>
        <a:srgbClr val="141414"/>
      </a:dk2>
      <a:lt2>
        <a:srgbClr val="F3F3F3"/>
      </a:lt2>
      <a:accent1>
        <a:srgbClr val="00B533"/>
      </a:accent1>
      <a:accent2>
        <a:srgbClr val="FFCC19"/>
      </a:accent2>
      <a:accent3>
        <a:srgbClr val="02791F"/>
      </a:accent3>
      <a:accent4>
        <a:srgbClr val="E6FFE6"/>
      </a:accent4>
      <a:accent5>
        <a:srgbClr val="FFF1CC"/>
      </a:accent5>
      <a:accent6>
        <a:srgbClr val="5C5C5C"/>
      </a:accent6>
      <a:hlink>
        <a:srgbClr val="02791F"/>
      </a:hlink>
      <a:folHlink>
        <a:srgbClr val="5C5C5C"/>
      </a:folHlink>
    </a:clrScheme>
    <a:fontScheme name="PDP Academy">
      <a:majorFont>
        <a:latin typeface="Roboto Medium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PDP EcoSystem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PDP Academy — taqdimot shabloni (Taklif)</dc:title>
  <dc:subject>Brend taqdimot shabloni, 16:9</dc:subject>
  <dc:creator>PDP EcoSystem — brend jamoasi</dc:creator>
  <cp:lastModifiedBy>PDP EcoSystem — brend jamoasi</cp:lastModifiedBy>
  <cp:revision>1</cp:revision>
  <dcterms:created xsi:type="dcterms:W3CDTF">2026-09-26T18:12:44Z</dcterms:created>
  <dcterms:modified xsi:type="dcterms:W3CDTF">2026-09-26T18:12:44Z</dcterms:modified>
</cp:coreProperties>
</file>